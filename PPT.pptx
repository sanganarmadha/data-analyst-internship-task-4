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07325-381D-4A56-AF79-953D9BDD42FA}" v="9" dt="2026-09-05T04:23:33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ppani Srinija" userId="0362753eccceca76" providerId="LiveId" clId="{F4AFD268-CD5F-431F-9BC8-F2E941CCE13D}"/>
    <pc:docChg chg="custSel modSld">
      <pc:chgData name="Thippani Srinija" userId="0362753eccceca76" providerId="LiveId" clId="{F4AFD268-CD5F-431F-9BC8-F2E941CCE13D}" dt="2026-09-05T04:26:29.881" v="92" actId="20577"/>
      <pc:docMkLst>
        <pc:docMk/>
      </pc:docMkLst>
      <pc:sldChg chg="modSp mod modAnim">
        <pc:chgData name="Thippani Srinija" userId="0362753eccceca76" providerId="LiveId" clId="{F4AFD268-CD5F-431F-9BC8-F2E941CCE13D}" dt="2026-09-05T04:24:13.930" v="75" actId="255"/>
        <pc:sldMkLst>
          <pc:docMk/>
          <pc:sldMk cId="3998249872" sldId="256"/>
        </pc:sldMkLst>
        <pc:spChg chg="mod">
          <ac:chgData name="Thippani Srinija" userId="0362753eccceca76" providerId="LiveId" clId="{F4AFD268-CD5F-431F-9BC8-F2E941CCE13D}" dt="2026-09-05T04:23:33.220" v="45"/>
          <ac:spMkLst>
            <pc:docMk/>
            <pc:sldMk cId="3998249872" sldId="256"/>
            <ac:spMk id="2" creationId="{79BD3A72-014F-C1D9-4B4E-6FF0FFA5248A}"/>
          </ac:spMkLst>
        </pc:spChg>
        <pc:spChg chg="mod">
          <ac:chgData name="Thippani Srinija" userId="0362753eccceca76" providerId="LiveId" clId="{F4AFD268-CD5F-431F-9BC8-F2E941CCE13D}" dt="2026-09-05T04:24:13.930" v="75" actId="255"/>
          <ac:spMkLst>
            <pc:docMk/>
            <pc:sldMk cId="3998249872" sldId="256"/>
            <ac:spMk id="3" creationId="{711F180B-454E-1F8B-C303-74C82590F761}"/>
          </ac:spMkLst>
        </pc:spChg>
      </pc:sldChg>
      <pc:sldChg chg="modSp mod">
        <pc:chgData name="Thippani Srinija" userId="0362753eccceca76" providerId="LiveId" clId="{F4AFD268-CD5F-431F-9BC8-F2E941CCE13D}" dt="2026-09-05T04:26:29.881" v="92" actId="20577"/>
        <pc:sldMkLst>
          <pc:docMk/>
          <pc:sldMk cId="3990717361" sldId="257"/>
        </pc:sldMkLst>
        <pc:spChg chg="mod">
          <ac:chgData name="Thippani Srinija" userId="0362753eccceca76" providerId="LiveId" clId="{F4AFD268-CD5F-431F-9BC8-F2E941CCE13D}" dt="2026-09-05T04:26:29.881" v="92" actId="20577"/>
          <ac:spMkLst>
            <pc:docMk/>
            <pc:sldMk cId="3990717361" sldId="257"/>
            <ac:spMk id="3" creationId="{6919EBD1-EB47-A5D4-BFF9-1C2A9EE64759}"/>
          </ac:spMkLst>
        </pc:spChg>
      </pc:sldChg>
      <pc:sldChg chg="modSp mod">
        <pc:chgData name="Thippani Srinija" userId="0362753eccceca76" providerId="LiveId" clId="{F4AFD268-CD5F-431F-9BC8-F2E941CCE13D}" dt="2026-09-05T04:23:33.315" v="46" actId="27636"/>
        <pc:sldMkLst>
          <pc:docMk/>
          <pc:sldMk cId="2406057684" sldId="258"/>
        </pc:sldMkLst>
        <pc:spChg chg="mod">
          <ac:chgData name="Thippani Srinija" userId="0362753eccceca76" providerId="LiveId" clId="{F4AFD268-CD5F-431F-9BC8-F2E941CCE13D}" dt="2026-09-05T04:23:33.315" v="46" actId="27636"/>
          <ac:spMkLst>
            <pc:docMk/>
            <pc:sldMk cId="2406057684" sldId="258"/>
            <ac:spMk id="3" creationId="{5D6F9487-CCF8-1757-C536-1068BE6D1224}"/>
          </ac:spMkLst>
        </pc:spChg>
      </pc:sldChg>
      <pc:sldChg chg="modSp mod">
        <pc:chgData name="Thippani Srinija" userId="0362753eccceca76" providerId="LiveId" clId="{F4AFD268-CD5F-431F-9BC8-F2E941CCE13D}" dt="2026-09-05T04:25:51.832" v="89" actId="255"/>
        <pc:sldMkLst>
          <pc:docMk/>
          <pc:sldMk cId="2803272327" sldId="259"/>
        </pc:sldMkLst>
        <pc:spChg chg="mod">
          <ac:chgData name="Thippani Srinija" userId="0362753eccceca76" providerId="LiveId" clId="{F4AFD268-CD5F-431F-9BC8-F2E941CCE13D}" dt="2026-09-05T04:25:51.832" v="89" actId="255"/>
          <ac:spMkLst>
            <pc:docMk/>
            <pc:sldMk cId="2803272327" sldId="259"/>
            <ac:spMk id="2" creationId="{2E7B93A5-D74C-85D6-46D9-34E85C4DD7EC}"/>
          </ac:spMkLst>
        </pc:spChg>
        <pc:spChg chg="mod">
          <ac:chgData name="Thippani Srinija" userId="0362753eccceca76" providerId="LiveId" clId="{F4AFD268-CD5F-431F-9BC8-F2E941CCE13D}" dt="2026-09-05T04:23:33.220" v="45"/>
          <ac:spMkLst>
            <pc:docMk/>
            <pc:sldMk cId="2803272327" sldId="259"/>
            <ac:spMk id="3" creationId="{4D48A65A-DB4B-5E7D-56F4-91B21A899C84}"/>
          </ac:spMkLst>
        </pc:spChg>
      </pc:sldChg>
      <pc:sldChg chg="modSp">
        <pc:chgData name="Thippani Srinija" userId="0362753eccceca76" providerId="LiveId" clId="{F4AFD268-CD5F-431F-9BC8-F2E941CCE13D}" dt="2026-09-05T04:23:33.220" v="45"/>
        <pc:sldMkLst>
          <pc:docMk/>
          <pc:sldMk cId="3277065262" sldId="260"/>
        </pc:sldMkLst>
        <pc:spChg chg="mod">
          <ac:chgData name="Thippani Srinija" userId="0362753eccceca76" providerId="LiveId" clId="{F4AFD268-CD5F-431F-9BC8-F2E941CCE13D}" dt="2026-09-05T04:23:33.220" v="45"/>
          <ac:spMkLst>
            <pc:docMk/>
            <pc:sldMk cId="3277065262" sldId="260"/>
            <ac:spMk id="3" creationId="{96E3D2AD-2798-58B7-E484-F1D22DBF63A0}"/>
          </ac:spMkLst>
        </pc:spChg>
      </pc:sldChg>
      <pc:sldChg chg="modSp mod">
        <pc:chgData name="Thippani Srinija" userId="0362753eccceca76" providerId="LiveId" clId="{F4AFD268-CD5F-431F-9BC8-F2E941CCE13D}" dt="2026-09-05T04:23:33.220" v="45"/>
        <pc:sldMkLst>
          <pc:docMk/>
          <pc:sldMk cId="3966125621" sldId="261"/>
        </pc:sldMkLst>
        <pc:spChg chg="mod">
          <ac:chgData name="Thippani Srinija" userId="0362753eccceca76" providerId="LiveId" clId="{F4AFD268-CD5F-431F-9BC8-F2E941CCE13D}" dt="2026-09-05T04:23:33.220" v="45"/>
          <ac:spMkLst>
            <pc:docMk/>
            <pc:sldMk cId="3966125621" sldId="261"/>
            <ac:spMk id="2" creationId="{5C7DEB0D-7CFE-C35A-7C74-E5DD36FB8A45}"/>
          </ac:spMkLst>
        </pc:spChg>
        <pc:spChg chg="mod">
          <ac:chgData name="Thippani Srinija" userId="0362753eccceca76" providerId="LiveId" clId="{F4AFD268-CD5F-431F-9BC8-F2E941CCE13D}" dt="2026-09-05T04:23:33.220" v="45"/>
          <ac:spMkLst>
            <pc:docMk/>
            <pc:sldMk cId="3966125621" sldId="261"/>
            <ac:spMk id="3" creationId="{1D29E4B3-0606-3784-5943-1AE7D45AC8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0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35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63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0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61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413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66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44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72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735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179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253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084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03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041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85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8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EDAC21E-B5F4-415B-B8C8-B85F65CDC5E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6A10D-E1D8-4A0F-BC77-0CD6D8E08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504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  <p:sldLayoutId id="2147483998" r:id="rId14"/>
    <p:sldLayoutId id="2147483999" r:id="rId15"/>
    <p:sldLayoutId id="2147484000" r:id="rId16"/>
    <p:sldLayoutId id="21474840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3A72-014F-C1D9-4B4E-6FF0FFA5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DASHBOARD DESIGN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F180B-454E-1F8B-C303-74C82590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FINANCIAL PERFORMANCE DASHBOARD</a:t>
            </a:r>
          </a:p>
          <a:p>
            <a:pPr marL="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Internship</a:t>
            </a:r>
          </a:p>
          <a:p>
            <a:pPr marL="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SANGA NARMADHA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24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B6CB-1694-0643-DB26-6565EA93C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17987"/>
            <a:ext cx="9905998" cy="323481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9EBD1-EB47-A5D4-BFF9-1C2A9EE64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84671"/>
            <a:ext cx="9905998" cy="430652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dashboard for business stakeholders to analyze sales,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profitability,growth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product performance, regional performance and trends.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1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2550-F453-DD86-C456-B0552D3C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32387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br>
              <a:rPr lang="en-IN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F9487-CCF8-1757-C536-1068BE6D1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877"/>
            <a:ext cx="10515600" cy="505608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Superstore Dataset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 Tableau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 used: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Sub-Category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</a:p>
          <a:p>
            <a:pPr marL="0" indent="0">
              <a:buNone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</p:txBody>
      </p:sp>
    </p:spTree>
    <p:extLst>
      <p:ext uri="{BB962C8B-B14F-4D97-AF65-F5344CB8AC3E}">
        <p14:creationId xmlns:p14="http://schemas.microsoft.com/office/powerpoint/2010/main" val="2406057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93A5-D74C-85D6-46D9-34E85C4D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8A65A-DB4B-5E7D-56F4-91B21A899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Sales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• Total Profit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• Profit Margin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• Sales Growth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27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AEBA-BC91-E117-B807-E302D81B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25146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FEATURES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3D2AD-2798-58B7-E484-F1D22DBF6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Region filter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filter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filter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by region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region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category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products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between dashboards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 color theme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06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EB0D-7CFE-C35A-7C74-E5DD36FB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9E4B3-0606-3784-5943-1AE7D45AC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category with the highest sales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region with the highest sales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region with the highest profit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showed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increasing trend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period.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top-selling product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imageCLASS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2200 Advanced Copier.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profitable category was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125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217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Century Gothic</vt:lpstr>
      <vt:lpstr>Times New Roman</vt:lpstr>
      <vt:lpstr>Wingdings</vt:lpstr>
      <vt:lpstr>Wingdings 3</vt:lpstr>
      <vt:lpstr>Ion</vt:lpstr>
      <vt:lpstr> TASK 4: DASHBOARD DESIGN </vt:lpstr>
      <vt:lpstr>OBJECTIVE</vt:lpstr>
      <vt:lpstr> DATASET </vt:lpstr>
      <vt:lpstr> KEY PERFORMANCE INDICATORS </vt:lpstr>
      <vt:lpstr>          DASHBOARD FEATURES </vt:lpstr>
      <vt:lpstr> BUSINESS INSIGHTS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Thippani Srinija</dc:creator>
  <cp:lastModifiedBy>Thippani Srinija</cp:lastModifiedBy>
  <cp:revision>1</cp:revision>
  <dcterms:created xsi:type="dcterms:W3CDTF">2026-09-04T17:42:25Z</dcterms:created>
  <dcterms:modified xsi:type="dcterms:W3CDTF">2026-09-05T04:27:24Z</dcterms:modified>
</cp:coreProperties>
</file>